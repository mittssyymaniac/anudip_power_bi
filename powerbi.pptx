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3B18-2193-2246-4520-BF15E5B0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33ED1-7F88-32D0-8CCF-299733734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621F-192D-3806-F935-41E0BA44C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03AD8-199C-BA5C-3BF6-46A20CAA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5AB-10EA-CD5A-9AEB-4585DA85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2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11F9-1D1C-8C30-0E03-6327FE01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51A0-1F1C-0FF7-C074-D886BC5E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9CC71-FB6C-3D58-D310-EDF67351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2502-0B13-FE7E-578D-508F41FB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FDDF0-504F-186F-CAEC-FCAFA4D8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52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8797-61BC-3FC9-FF0A-33B87F43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00243-4146-5180-6119-4BB43FAC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662DF-AE98-B5EC-310A-AC2D40EC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00545-6CB3-8704-7E0D-6A634CEA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76CC3-3C0B-B4A3-3046-0F2F4DFF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6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A43C8-6371-DCAF-A98C-91E3CA27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9243-39B0-E6E9-6851-2C6A645A7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660F-C2A9-CF4E-E8D5-2725FFEC1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FABC6-4883-FA4C-8BA6-6819D4CB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9433-E74B-AB95-6374-5EC10667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44688-12AA-69BA-098B-0AB423F3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4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82D1-6575-91ED-1F42-5AE53379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1F9E0-9B4D-67E8-48C3-F3D20580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0F55E-94D5-269D-F6EB-CCB0037DF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E8EE9-1920-E3A4-176C-8E02FA414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9C3D0-C60F-497E-F9CF-2803C82FD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76FD2-8864-BB29-5ADA-53660574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C59DB-0076-9450-F6BA-A91CC438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D8236-3CA0-98A7-D6D0-671515CB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6AD4-E9D1-1B7D-13D9-86D07C27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9FD6C-D890-6F19-30C1-4E63E88D9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9FFBE-B0E8-755A-7B1F-3B56E2C7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190B4-0884-A035-8882-F6BD34AC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1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E056C-184E-0359-73FC-75ECF519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F5CF3-D7E4-830A-8542-B2ED050B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6C5D6-A576-999B-3098-F876D37B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0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CB4F-515A-47AC-D192-4EBABBA9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5C371-C2F6-BB95-09F0-ACB978E3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6DB45-CB7D-77DC-8C29-87DCB6242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2C02A-357E-A09B-0BCD-C8A03461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CF51D-488F-9BEF-DD6C-44D45FAB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1BB59-5085-25C1-423E-F78BA4C1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3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FEA5-DDDF-7C6D-D7D5-7BC1E7C7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265BF-E9EE-C2A6-16AE-A0D1E5249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47B58-A829-00B6-0165-8218512DD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817EC-069A-10C0-E454-E335131E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26B1C-A979-A34B-6E7C-D6FDE05F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555E5-FE36-5480-B942-C3E30BE2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02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7077-E242-F361-1534-563D5867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D978F-49A1-0CE7-0080-DEA74E92D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2174-3784-6E8D-CD2A-1A31D8D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210C8-5E88-086B-8CC8-E3E0BAB2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897F-B978-97A8-0677-0CF70462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2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69920-720E-9C05-8A47-6301ACFF4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5FDBB-2DC0-44D1-2042-38E92A911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18A53-29B4-1CE4-E3BB-BD312E40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AB5F2-A1C5-A632-A87B-12091DDA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5EC3-032E-BAEB-E728-D397EECC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2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5E1E3-965F-4923-92DF-9BCC7903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60843-630A-28D4-9E0D-EDB45AD5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129A-1859-F1F8-4E8C-B6646A16C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3F85B-CCEB-422D-847C-C6AA8F4106E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773A2-3F5F-698F-F42E-9699EA15C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6F57E-A4A7-989E-4D0D-08B3C109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6DF6D-42DA-4776-96D0-131C09EB1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8143-94D2-F80F-B565-9E8F11EF1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4AD53-4490-0F37-1624-C919FF6416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71117-E6A6-BDB1-97C9-E11877D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99548"/>
            <a:ext cx="12050807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7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4005-0E74-3C00-2214-13F6C8A25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292B-70CD-9096-476B-74D4801DF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F3F0E-B0E0-D5EF-33C9-4FF3BA8BC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94784"/>
            <a:ext cx="11984122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41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Mitali Shirdhankar</dc:creator>
  <cp:lastModifiedBy>Mitali Shirdhankar</cp:lastModifiedBy>
  <cp:revision>1</cp:revision>
  <dcterms:created xsi:type="dcterms:W3CDTF">2026-02-16T16:40:52Z</dcterms:created>
  <dcterms:modified xsi:type="dcterms:W3CDTF">2026-02-16T16:41:14Z</dcterms:modified>
</cp:coreProperties>
</file>